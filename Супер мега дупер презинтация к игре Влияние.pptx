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-960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2E6F6-98D2-43DB-86A4-43C331BC6A97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8E3-C413-47F4-AB2B-A2CB3D480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188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2E6F6-98D2-43DB-86A4-43C331BC6A97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8E3-C413-47F4-AB2B-A2CB3D480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458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2E6F6-98D2-43DB-86A4-43C331BC6A97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8E3-C413-47F4-AB2B-A2CB3D480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860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2E6F6-98D2-43DB-86A4-43C331BC6A97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8E3-C413-47F4-AB2B-A2CB3D480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795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2E6F6-98D2-43DB-86A4-43C331BC6A97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8E3-C413-47F4-AB2B-A2CB3D480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042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2E6F6-98D2-43DB-86A4-43C331BC6A97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8E3-C413-47F4-AB2B-A2CB3D480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286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2E6F6-98D2-43DB-86A4-43C331BC6A97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8E3-C413-47F4-AB2B-A2CB3D480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419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2E6F6-98D2-43DB-86A4-43C331BC6A97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8E3-C413-47F4-AB2B-A2CB3D480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4235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2E6F6-98D2-43DB-86A4-43C331BC6A97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8E3-C413-47F4-AB2B-A2CB3D480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2721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2E6F6-98D2-43DB-86A4-43C331BC6A97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8E3-C413-47F4-AB2B-A2CB3D480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3865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2E6F6-98D2-43DB-86A4-43C331BC6A97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8E3-C413-47F4-AB2B-A2CB3D480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4567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8488C4"/>
            </a:gs>
            <a:gs pos="53000">
              <a:srgbClr val="D4DEFF"/>
            </a:gs>
            <a:gs pos="83000">
              <a:srgbClr val="D4DEFF"/>
            </a:gs>
            <a:gs pos="100000">
              <a:srgbClr val="96AB94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2E6F6-98D2-43DB-86A4-43C331BC6A97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A38E3-C413-47F4-AB2B-A2CB3D480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1865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C:\Users\Я\Downloads\бонжур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65563"/>
            <a:ext cx="8200357" cy="583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183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ПРЕЗЕНТАЦИЯ ПРОЕКТА «ВЛИЯНИЕ»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smtClean="0"/>
              <a:t>Захвати </a:t>
            </a:r>
            <a:r>
              <a:rPr lang="ru-RU" b="1" dirty="0"/>
              <a:t>соседа, пока сосед не захватил </a:t>
            </a:r>
            <a:r>
              <a:rPr lang="ru-RU" b="1" dirty="0" smtClean="0"/>
              <a:t>тебя!</a:t>
            </a:r>
            <a:br>
              <a:rPr lang="ru-RU" b="1" dirty="0" smtClean="0"/>
            </a:br>
            <a:r>
              <a:rPr lang="ru-RU" b="1" dirty="0" smtClean="0"/>
              <a:t>Сделал</a:t>
            </a:r>
            <a:r>
              <a:rPr lang="en-US" b="1" dirty="0" smtClean="0"/>
              <a:t>: </a:t>
            </a:r>
            <a:r>
              <a:rPr lang="ru-RU" b="1" dirty="0" err="1" smtClean="0"/>
              <a:t>Паневин</a:t>
            </a:r>
            <a:r>
              <a:rPr lang="ru-RU" b="1" dirty="0" smtClean="0"/>
              <a:t> Егор</a:t>
            </a:r>
            <a:br>
              <a:rPr lang="ru-RU" b="1" dirty="0" smtClean="0"/>
            </a:br>
            <a:r>
              <a:rPr lang="ru-RU" b="1" dirty="0" smtClean="0"/>
              <a:t>Под редакцией</a:t>
            </a:r>
            <a:r>
              <a:rPr lang="en-US" b="1" dirty="0" smtClean="0"/>
              <a:t>: </a:t>
            </a:r>
            <a:r>
              <a:rPr lang="ru-RU" b="1" dirty="0" smtClean="0"/>
              <a:t>Роман Олегович</a:t>
            </a:r>
          </a:p>
          <a:p>
            <a:r>
              <a:rPr lang="ru-RU" b="1" dirty="0" smtClean="0"/>
              <a:t>Моральная поддержка</a:t>
            </a:r>
            <a:r>
              <a:rPr lang="en-US" b="1" dirty="0" smtClean="0"/>
              <a:t>: </a:t>
            </a:r>
            <a:r>
              <a:rPr lang="ru-RU" b="1" dirty="0" smtClean="0"/>
              <a:t>Махонин Илья</a:t>
            </a:r>
            <a:br>
              <a:rPr lang="ru-RU" b="1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ЧТО ЭТО ЗА ЗВЕРЬ?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Представьте, что вы – повелитель разноцветных клеточек. Ваша миссия проста: </a:t>
            </a:r>
            <a:r>
              <a:rPr lang="ru-RU" b="1" dirty="0"/>
              <a:t>СТАТЬ ЕДИНСТВЕННЫМ ВЛИЯНИЕМ</a:t>
            </a:r>
            <a:r>
              <a:rPr lang="ru-RU" dirty="0"/>
              <a:t> на этой недружелюбной карте!</a:t>
            </a:r>
          </a:p>
          <a:p>
            <a:r>
              <a:rPr lang="ru-RU" dirty="0"/>
              <a:t>Это не просто стратегия. Это:</a:t>
            </a:r>
          </a:p>
          <a:p>
            <a:r>
              <a:rPr lang="ru-RU" b="1" dirty="0"/>
              <a:t>Гонка вооружений</a:t>
            </a:r>
            <a:r>
              <a:rPr lang="ru-RU" dirty="0"/>
              <a:t> на </a:t>
            </a:r>
            <a:r>
              <a:rPr lang="ru-RU" dirty="0" smtClean="0"/>
              <a:t>вашем компе</a:t>
            </a:r>
            <a:r>
              <a:rPr lang="ru-RU" dirty="0"/>
              <a:t>.</a:t>
            </a:r>
          </a:p>
          <a:p>
            <a:r>
              <a:rPr lang="ru-RU" b="1" dirty="0"/>
              <a:t>Дипломатия</a:t>
            </a:r>
            <a:r>
              <a:rPr lang="ru-RU" dirty="0"/>
              <a:t> </a:t>
            </a:r>
            <a:endParaRPr lang="ru-RU" dirty="0" smtClean="0"/>
          </a:p>
          <a:p>
            <a:r>
              <a:rPr lang="ru-RU" b="1" dirty="0" smtClean="0"/>
              <a:t>Терапия</a:t>
            </a:r>
            <a:r>
              <a:rPr lang="ru-RU" dirty="0"/>
              <a:t> для снятия стресса (когда вы стираете с лица земли бота-«гения»).</a:t>
            </a:r>
          </a:p>
          <a:p>
            <a:r>
              <a:rPr lang="ru-RU" b="1" dirty="0"/>
              <a:t>Короче: «Риск» на </a:t>
            </a:r>
            <a:r>
              <a:rPr lang="ru-RU" b="1" dirty="0" err="1"/>
              <a:t>минималках</a:t>
            </a:r>
            <a:r>
              <a:rPr lang="ru-RU" b="1" dirty="0"/>
              <a:t>, но с максимальным драйвом!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456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КАК ЭТО РАБОТАЕТ? (Твои шаги к мировому господству)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Расставляешь войска.</a:t>
            </a:r>
            <a:r>
              <a:rPr lang="ru-RU" dirty="0"/>
              <a:t> Смотришь на свои клетки и гордо думаешь: «Ну что, погнали!».</a:t>
            </a:r>
          </a:p>
          <a:p>
            <a:r>
              <a:rPr lang="ru-RU" b="1" dirty="0"/>
              <a:t>Атакуешь соседей.</a:t>
            </a:r>
            <a:r>
              <a:rPr lang="ru-RU" dirty="0"/>
              <a:t> Тыкаешь в свою клетку, тыкаешь в соседа. Процесс похож на школьную драку: кто сильнее, тот и победил.</a:t>
            </a:r>
          </a:p>
          <a:p>
            <a:r>
              <a:rPr lang="ru-RU" b="1" dirty="0"/>
              <a:t>Копишь энергию.</a:t>
            </a:r>
            <a:r>
              <a:rPr lang="ru-RU" dirty="0"/>
              <a:t> Сидишь, копишь силы, как настоящий стратег, а потом делаешь свою клетку такой сильной, что на нее страшно смотреть.</a:t>
            </a:r>
          </a:p>
          <a:p>
            <a:r>
              <a:rPr lang="ru-RU" b="1" dirty="0"/>
              <a:t>Захватываешь ВСЁ!</a:t>
            </a:r>
            <a:r>
              <a:rPr lang="ru-RU" dirty="0"/>
              <a:t> Цель – чтобы карта стала одного цвета. Твоего цвета. Любой ценой.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7490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ФИШКИ, ОТ КОТОРЫХ ТЫ АХНЕШЬ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 err="1"/>
              <a:t>Визуалы</a:t>
            </a:r>
            <a:r>
              <a:rPr lang="ru-RU" b="1" dirty="0"/>
              <a:t>, от которых болят глаза (в хорошем смысле).</a:t>
            </a:r>
            <a:r>
              <a:rPr lang="ru-RU" dirty="0"/>
              <a:t> Клетки не просто цветные, они СВЕТЯТСЯ! Атаки – это фейерверк из шариков. Красота!</a:t>
            </a:r>
          </a:p>
          <a:p>
            <a:r>
              <a:rPr lang="ru-RU" b="1" dirty="0"/>
              <a:t>Звуковое безумие.</a:t>
            </a:r>
            <a:r>
              <a:rPr lang="ru-RU" dirty="0"/>
              <a:t> Есть музыка для раздумий («входить в роль») и звуки для кайфа (звук победы – это нечто).</a:t>
            </a:r>
          </a:p>
          <a:p>
            <a:r>
              <a:rPr lang="ru-RU" b="1" dirty="0"/>
              <a:t>Карты любой формы.</a:t>
            </a:r>
            <a:r>
              <a:rPr lang="ru-RU" dirty="0"/>
              <a:t> Надоели квадраты? Держи треугольники! Хочешь драматизма? Воюй на карте в форме сердца! (Ирония ощущается?).</a:t>
            </a:r>
          </a:p>
          <a:p>
            <a:r>
              <a:rPr lang="ru-RU" b="1" dirty="0"/>
              <a:t>Боты с характером.</a:t>
            </a:r>
            <a:r>
              <a:rPr lang="ru-RU" dirty="0"/>
              <a:t> От «Деревянного </a:t>
            </a:r>
            <a:r>
              <a:rPr lang="ru-RU" dirty="0" err="1"/>
              <a:t>Коляна</a:t>
            </a:r>
            <a:r>
              <a:rPr lang="ru-RU" dirty="0"/>
              <a:t>» (легкий уровень) до «ИИ, который тебя ненавидит» (сложный). У каждого свое умное (или не очень) имя.</a:t>
            </a:r>
          </a:p>
          <a:p>
            <a:r>
              <a:rPr lang="ru-RU" b="1" dirty="0"/>
              <a:t>Статистика, которая все помнит.</a:t>
            </a:r>
            <a:r>
              <a:rPr lang="ru-RU" dirty="0"/>
              <a:t> Игра ведет досье на каждого игрока. Кто король, а кто </a:t>
            </a:r>
            <a:r>
              <a:rPr lang="ru-RU" dirty="0" err="1"/>
              <a:t>лузер</a:t>
            </a:r>
            <a:r>
              <a:rPr lang="ru-RU" dirty="0"/>
              <a:t>? Таблица рекордов не врет.</a:t>
            </a:r>
          </a:p>
        </p:txBody>
      </p:sp>
    </p:spTree>
    <p:extLst>
      <p:ext uri="{BB962C8B-B14F-4D97-AF65-F5344CB8AC3E}">
        <p14:creationId xmlns:p14="http://schemas.microsoft.com/office/powerpoint/2010/main" val="800481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4. ДЛЯ КОГО ЭТА ИГРА?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Для тебя, если ты любишь побеждать.</a:t>
            </a:r>
            <a:endParaRPr lang="ru-RU" dirty="0"/>
          </a:p>
          <a:p>
            <a:r>
              <a:rPr lang="ru-RU" b="1" dirty="0"/>
              <a:t>Для тебя и твоего друга, если вы хотите выяснить, кто хитрее.</a:t>
            </a:r>
            <a:endParaRPr lang="ru-RU" dirty="0"/>
          </a:p>
          <a:p>
            <a:r>
              <a:rPr lang="ru-RU" b="1" dirty="0"/>
              <a:t>Для тебя и твоего врага, чтобы выяснить это окончательно.</a:t>
            </a:r>
            <a:endParaRPr lang="ru-RU" dirty="0"/>
          </a:p>
          <a:p>
            <a:r>
              <a:rPr lang="ru-RU" b="1" dirty="0"/>
              <a:t>Развивает стратегическое мышление и навыки безжалостного планирования</a:t>
            </a:r>
            <a:r>
              <a:rPr lang="ru-RU" b="1" dirty="0" smtClean="0"/>
              <a:t>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7261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5. ЧТО ВНУТРИ? (Техно-магия)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Движок:</a:t>
            </a:r>
            <a:r>
              <a:rPr lang="ru-RU" dirty="0"/>
              <a:t> </a:t>
            </a:r>
            <a:r>
              <a:rPr lang="ru-RU" dirty="0" err="1" smtClean="0"/>
              <a:t>Python</a:t>
            </a:r>
            <a:r>
              <a:rPr lang="ru-RU" dirty="0" smtClean="0"/>
              <a:t> </a:t>
            </a:r>
            <a:r>
              <a:rPr lang="ru-RU" dirty="0"/>
              <a:t>и </a:t>
            </a:r>
            <a:r>
              <a:rPr lang="ru-RU" dirty="0" err="1"/>
              <a:t>крутейшая</a:t>
            </a:r>
            <a:r>
              <a:rPr lang="ru-RU" dirty="0"/>
              <a:t> библиотека PyQt6. </a:t>
            </a:r>
            <a:endParaRPr lang="ru-RU" dirty="0" smtClean="0"/>
          </a:p>
          <a:p>
            <a:r>
              <a:rPr lang="ru-RU" b="1" dirty="0" smtClean="0"/>
              <a:t>База </a:t>
            </a:r>
            <a:r>
              <a:rPr lang="ru-RU" b="1" dirty="0"/>
              <a:t>данных:</a:t>
            </a:r>
            <a:r>
              <a:rPr lang="ru-RU" dirty="0"/>
              <a:t> </a:t>
            </a:r>
            <a:r>
              <a:rPr lang="ru-RU" dirty="0" err="1"/>
              <a:t>SQLite</a:t>
            </a:r>
            <a:r>
              <a:rPr lang="ru-RU" dirty="0"/>
              <a:t>. Она помнит все твои подвиги и провалы. Навечно.</a:t>
            </a:r>
          </a:p>
          <a:p>
            <a:r>
              <a:rPr lang="ru-RU" b="1" dirty="0"/>
              <a:t>Звуковой движок:</a:t>
            </a:r>
            <a:r>
              <a:rPr lang="ru-RU" dirty="0"/>
              <a:t> </a:t>
            </a:r>
            <a:r>
              <a:rPr lang="ru-RU" dirty="0" err="1"/>
              <a:t>Pygame</a:t>
            </a:r>
            <a:r>
              <a:rPr lang="ru-RU" dirty="0"/>
              <a:t>. Чтобы уши были довольны.</a:t>
            </a:r>
          </a:p>
          <a:p>
            <a:r>
              <a:rPr lang="ru-RU" b="1" dirty="0"/>
              <a:t>Код:</a:t>
            </a:r>
            <a:r>
              <a:rPr lang="ru-RU" dirty="0"/>
              <a:t> Написан с любовью, по канонам PEP 8. Чистый, как твоя совесть после победы.</a:t>
            </a:r>
          </a:p>
        </p:txBody>
      </p:sp>
    </p:spTree>
    <p:extLst>
      <p:ext uri="{BB962C8B-B14F-4D97-AF65-F5344CB8AC3E}">
        <p14:creationId xmlns:p14="http://schemas.microsoft.com/office/powerpoint/2010/main" val="742955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ГОТОВ СТАТЬ ВЛИЯНИЕМ?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Проект «Влияние» – это не просто игра. Это твоя новая игровая зависимость (но здоровая, мы обещаем!).</a:t>
            </a:r>
          </a:p>
          <a:p>
            <a:r>
              <a:rPr lang="ru-RU" b="1" dirty="0"/>
              <a:t>P.S. Помни: в этой игре есть два типа людей: те, кто </a:t>
            </a:r>
            <a:r>
              <a:rPr lang="ru-RU" b="1" dirty="0" smtClean="0"/>
              <a:t>идут вперед, </a:t>
            </a:r>
            <a:r>
              <a:rPr lang="ru-RU" b="1" dirty="0"/>
              <a:t>и те, кто проигрывает.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9993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C:\Users\Я\Downloads\🤨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75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8657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 descr="C:\Users\Я\Downloads\увыф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5799" y="0"/>
            <a:ext cx="93597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544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171</Words>
  <Application>Microsoft Office PowerPoint</Application>
  <PresentationFormat>Экран (4:3)</PresentationFormat>
  <Paragraphs>34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Презентация PowerPoint</vt:lpstr>
      <vt:lpstr>ПРЕЗЕНТАЦИЯ ПРОЕКТА «ВЛИЯНИЕ» </vt:lpstr>
      <vt:lpstr>ЧТО ЭТО ЗА ЗВЕРЬ? </vt:lpstr>
      <vt:lpstr>КАК ЭТО РАБОТАЕТ? (Твои шаги к мировому господству)</vt:lpstr>
      <vt:lpstr>ФИШКИ, ОТ КОТОРЫХ ТЫ АХНЕШЬ </vt:lpstr>
      <vt:lpstr>4. ДЛЯ КОГО ЭТА ИГРА? </vt:lpstr>
      <vt:lpstr>5. ЧТО ВНУТРИ? (Техно-магия) </vt:lpstr>
      <vt:lpstr>ГОТОВ СТАТЬ ВЛИЯНИЕМ? 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Я</dc:creator>
  <cp:lastModifiedBy>Я</cp:lastModifiedBy>
  <cp:revision>3</cp:revision>
  <dcterms:created xsi:type="dcterms:W3CDTF">2025-11-09T19:18:49Z</dcterms:created>
  <dcterms:modified xsi:type="dcterms:W3CDTF">2025-11-09T19:45:43Z</dcterms:modified>
</cp:coreProperties>
</file>